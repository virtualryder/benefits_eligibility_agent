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for an eligibility-program, privacy, and compliance audience. The promise is governance first: this agent helps caseworkers without ever stepping outside the controls due process and StateRAMP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 the agency where they are: caseload pressure, manual toil, and a compliance bar that rules out ungoverned AI. The rest of the deck resolves that 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'does vs never' framing earns trust with privacy and program-integrity teams. The 'never' column is enforced by policy, not by prompt — that's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 = agent-assisted, amber = the caseworker, navy = the gated commit. Emphasize: judgment stays human; toil goes to the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your compliance and privacy stakeholders came for: each control mapped to the requirement it satisfies. Walk it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trust posture in one slide: your account, your data, your IdP, reversible. This addresses the security review that inevitably follows — and aligns with StateRAMP expectations.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Concrete, honest proof points. 'Not a slideware demo' — it's reproducible and enforced. The eligibility engine is deterministic and transparent, so a caseworker can defend each determination at a hearing.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Honesty builds trust. Be explicit that the authoritative rules (and their legal review), connectors to their real systems, validation, and StateRAMP ATO stay with them. The shipped thresholds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framed honestly as assist, not replacement. Emphasize consistency (which reduces disparate-treatment risk), audit-readiness for hearings, and keeping caseworkers in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 concrete, low-commitment path. The pilot is synthetic-data, in-their-account, reversible — an easy yes for a security- and privacy-conscious agency.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5669280" cy="566928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822960"/>
            <a:ext cx="3840480" cy="3840480"/>
          </a:xfrm>
          <a:prstGeom prst="ellipse">
            <a:avLst/>
          </a:prstGeom>
          <a:solidFill>
            <a:srgbClr val="18466F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000" y="-45720"/>
            <a:ext cx="2286000" cy="22860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BENEFITS  ·  GOVERNED AI ON AWS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18288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AI for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Eligibility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accelerator that intakes, de-identifies, screens, and drafts eligibility determinations under strict governance — fail-closed on PII, tamper-proof by design, and never able to adjudicate on its own. Built on Amazon Bedrock AgentCore, running in your AWS account.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5303520"/>
            <a:ext cx="2670048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30352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by construction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38728" y="530352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53035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your account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0176" y="5303520"/>
            <a:ext cx="2304288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0176" y="530352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Caseworker-in-command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Caseloads rise. Every intake step must stay compliant.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keep coming, intake is largely manual, and the processing clocks don't wait — SNAP expedited service is 7 days. AI could take the assembly load off caseworkers — but only if it operates entirely inside your compliance envelope.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6032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871216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91056" y="288950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&amp; clocks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77824" y="3749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application counts against fixed expedited (7-day) and standard (30-day) deadlines.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15968" y="256032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2871216"/>
            <a:ext cx="566928" cy="56692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0096" y="288950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assembly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26864" y="3749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caseworkers spend time on extraction, screening, and notice drafting — not judgment.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65008" y="256032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2871216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5761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89136" y="288950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compliance slack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75904" y="3749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handling, due-process notice, and the caseworker determination leave no room for an ungoverned tool.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Benefits Eligibility · on Amazon Bedrock AgentCore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that does the assembly — and is structurally incapable of overstepping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intakes the application, de-identifies it, runs a transparent eligibility check, drafts the determination notice, and prepares it for review. Then it stops. A qualified caseworker makes the determination and commits — the agent cannot.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5440680" cy="2880360"/>
          </a:xfrm>
          <a:prstGeom prst="roundRect">
            <a:avLst>
              <a:gd name="adj" fmla="val 3175"/>
            </a:avLst>
          </a:prstGeom>
          <a:solidFill>
            <a:srgbClr val="143A5E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DOES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" y="3520440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34747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extract the decision fields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6968" y="3941064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6968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89534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De-identify the application (fail-closed)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" y="4361688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3159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eligibility rules engine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6968" y="4782312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" y="4782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47365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determination notice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86968" y="5202936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6968" y="5202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1572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tamper-proof audit + request sign-off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99632" y="2788920"/>
            <a:ext cx="5440680" cy="2880360"/>
          </a:xfrm>
          <a:prstGeom prst="roundRect">
            <a:avLst>
              <a:gd name="adj" fmla="val 3175"/>
            </a:avLst>
          </a:prstGeom>
          <a:solidFill>
            <a:srgbClr val="143A5E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19672" y="3520440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12864" y="34747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un-masked PII without controls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19672" y="3941064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19672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12864" y="389534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or draft on un-de-identified data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19672" y="4361688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19672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12864" y="43159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its own work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19672" y="4782312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19672" y="4782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12864" y="47365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determination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19672" y="5202936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19672" y="5202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12864" y="51572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or alter the audit trail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Benefits Eligibility · on Amazon Bedrock AgentCore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YOUR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Agent-assisted intake, caseworker-in-command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87168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98064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9504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89504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De-identify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07792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PII (fail-closed)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18304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0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20640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&amp; draft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138928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+ notice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49440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60336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51776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CASEWORKER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51776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70064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80576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491472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82912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APPROVAL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582912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01200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397764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42245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passes an access-control check before it runs, and the two consequential steps — assessing or drafting on un-masked data, and committing the determination — are impossible for the agent to reach on its own.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68680" y="5029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caseworkers stay in command — </a:t>
            </a:r>
            <a:pPr indent="0" marL="0">
              <a:buNone/>
            </a:pPr>
            <a:r>
              <a:rPr lang="en-US" sz="1400" i="1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removes the assembly toil, not the judgment.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Benefits Eligibility · on Amazon Bedrock AgentCore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COMPLIANCE &amp; PRIVACY TEAMS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controls that let you say yes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527048"/>
            <a:ext cx="475488" cy="47548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27048" y="14904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PII de-identification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61888" y="14904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is de-identified before the model or the audit sees it. No masking → no assessment, no draft.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213848" y="158191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10" name="Text 8"/>
          <p:cNvSpPr/>
          <p:nvPr/>
        </p:nvSpPr>
        <p:spPr>
          <a:xfrm>
            <a:off x="10213848" y="15819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Pub 1075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24028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2350008"/>
            <a:ext cx="475488" cy="47548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27048" y="23134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61888" y="23134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write-once evidence of every decision and state change — the writer can't alter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213848" y="240487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17" name="Text 15"/>
          <p:cNvSpPr/>
          <p:nvPr/>
        </p:nvSpPr>
        <p:spPr>
          <a:xfrm>
            <a:off x="10213848" y="24048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hearing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06324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3172968"/>
            <a:ext cx="475488" cy="47548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" y="3172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27048" y="31363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(separation of duties)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961888" y="31363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qualified caseworker approves with a bound, single-use token before any determination is committed.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213848" y="322783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24" name="Text 22"/>
          <p:cNvSpPr/>
          <p:nvPr/>
        </p:nvSpPr>
        <p:spPr>
          <a:xfrm>
            <a:off x="10213848" y="32278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process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388620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1248" y="3995928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41248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27048" y="39593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authorization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961888" y="3959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is checked against policy; nothing runs unless explicitly permitted.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13848" y="405079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31" name="Text 29"/>
          <p:cNvSpPr/>
          <p:nvPr/>
        </p:nvSpPr>
        <p:spPr>
          <a:xfrm>
            <a:off x="10213848" y="40507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800-53 AC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470916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1248" y="4818888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41248" y="4818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527048" y="47823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identity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5961888" y="47823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are bound to an authenticated caseworker via your identity provider.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10213848" y="487375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38" name="Text 36"/>
          <p:cNvSpPr/>
          <p:nvPr/>
        </p:nvSpPr>
        <p:spPr>
          <a:xfrm>
            <a:off x="10213848" y="4873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StateRAMP · 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Benefits Eligibility · on Amazon Bedrock AgentCore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on Amazon Bedrock AgentCore — inside your AWS boundary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isn't a bolt-on. Identity, deny-by-default authorization (Cedar), governed tools, and the agent runtime are native AWS services — deployed in your account, on your data, under your controls.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64261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642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27048" y="26060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your account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322783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via infrastructure-as-code into your AWS environment — your VPC, your keys, your logs.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27064" y="2331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264261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9672" y="2642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87184" y="26060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 stays yours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47104" y="322783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is masked before any model call; nothing leaves your boundary for third-party processing.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1148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536" y="442569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9536" y="4425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27048" y="43891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identity provider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6968" y="501091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 your existing IdP; actions are bound to your caseworkers and your roles.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27064" y="41148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9672" y="442569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19672" y="4425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87184" y="43891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&amp; reversible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47104" y="501091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deploy, one-command teardown with zero residual — easy to evaluate, easy to remove.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Benefits Eligibility · on Amazon Bedrock AgentCore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end-to-end on AWS — not a slideware demo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5270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29/29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2194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checks pass, live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41732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15968" y="15270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30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407408" y="2194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clocks computed deterministically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65008" y="141732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65008" y="15270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156448" y="2194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determinations gated by a caseworker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926080"/>
            <a:ext cx="11064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127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live, in enforcement mode: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36118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3538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de-identified determination notice drafted by the model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" y="417880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41056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(name, SSN, address) removed before the model — fail-closed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112" y="4745736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745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46725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Un-masked assessment and drafting refused by policy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36118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11696" y="3538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blocked from committing a determination — every time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417880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09360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11696" y="41056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caseworker required to approve; approvals are single-use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4745736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9360" y="4745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11696" y="46725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audit written for each step; duplicates rejected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Benefits Eligibility · on Amazon Bedrock AgentCore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DIVISION OF RESPONSIBILITY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bring, what stays yours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ACCELERATOR PROVIDES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96112" y="228600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24028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agent + policies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96112" y="278892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274320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intake tools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6112" y="32918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24612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PII masking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379476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374904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eligibility rules engine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6112" y="42976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425196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sign-off workflow + audit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96112" y="480060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475488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Infrastructure-as-code + documentation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99632" y="150876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01384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28816" y="2286000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28816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31152" y="223113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identity provider + caseworker roles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28816" y="2871216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28816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31152" y="281635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your benefits system of record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528816" y="3456432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28816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31152" y="340156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authoritative program rules (legal review)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528816" y="4041648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28816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31152" y="398678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language, appeal rights, fair hearing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528816" y="4626864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528816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31152" y="457200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StateRAMP authorization to operate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66928" y="566928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0E2A47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accelerator, not a finished product — the program rules, validation, and certification for your intended use stay with you.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Benefits Eligibility · on Amazon Bedrock AgentCore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CHANGES FOR YOUR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Caseworkers spend their time on judgment, not assembly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37944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91056" y="18196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first drafts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2532888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produces a de-identified determination and a drafted notice for review in minutes — caseworkers refine instead of starting from a blank page.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227064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37944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51192" y="18196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consistent intake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532888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application runs the same governed path — the same masking, the same rules engine, the same audit — reducing variability and disparate treatment.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566928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3931920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91056" y="39136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Audit-ready by construction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7824" y="4626864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captured automatically as the work happens, ready for a fair hearing or a StateRAMP assessment — not reconstructed later.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6227064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931920"/>
            <a:ext cx="548640" cy="548640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51192" y="39136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Caseworkers stay in command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626864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determination and the commit remain human — the agent never makes the call.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Benefits Eligibility · on Amazon Bedrock AgentCore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023360"/>
            <a:ext cx="5120640" cy="512064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WE'D START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scoped pilot on synthetic data — in your account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Low-risk, boundary-explicit, and reversible. We stand the pattern up on synthetic applications in your AWS environment, prove the controls with your compliance and privacy teams, then scope what a validated, StateRAMP-authorized deployment would take.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4231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69748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953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72768" y="271576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6968" y="3383280"/>
            <a:ext cx="2889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your program, privacy, and security teams through the architecture and the live 29-check proof.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886968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15968" y="24231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269748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0857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21808" y="271576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pilot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36008" y="3383280"/>
            <a:ext cx="2889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your account on synthetic applications; run cases end-to-end through the governed workflow.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4636008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636008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65008" y="24231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57616" y="269748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5761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070848" y="271576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scope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85048" y="3383280"/>
            <a:ext cx="2889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authoritative rules, connectors, and StateRAMP / ATO a production deployment for your program would require.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8385048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385048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plan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AI you can actually put in front of an auditor — and a hearing officer. Let's prove it on your data.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Governed AI for Benefits Eligibility</dc:title>
  <dc:subject>PptxGenJS Presentation</dc:subject>
  <dc:creator>Benefits AgentCore Accelerator</dc:creator>
  <cp:lastModifiedBy>Benefits AgentCore Accelerator</cp:lastModifiedBy>
  <cp:revision>1</cp:revision>
  <dcterms:created xsi:type="dcterms:W3CDTF">2026-09-09T14:27:03Z</dcterms:created>
  <dcterms:modified xsi:type="dcterms:W3CDTF">2026-09-09T14:27:03Z</dcterms:modified>
</cp:coreProperties>
</file>