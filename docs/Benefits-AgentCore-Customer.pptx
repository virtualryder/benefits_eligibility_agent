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an eligibility-program, privacy, and compliance audience. The promise is governance first: this agent helps caseworkers without ever stepping outside the controls due process and StateRAMP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agency where they are: caseload pressure, manual toil, and a compliance bar that rules out ungoverned AI. The rest of the deck resolves that 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 — that's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caseworker, navy = the gated commit. Emphasize: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your compliance and privacy stakeholders came for: each control mapped to the requirement it satisfies. Walk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trust posture in one slide: your account, your data, your IdP, reversible. This addresses the security review that inevitably follows — and aligns with StateRAMP expectations.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Concrete, honest proof points. 'Not a slideware demo' — it's reproducible and enforced. The eligibility engine is deterministic and transparent, so a caseworker can defend each determination at a hearing.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builds trust. Be explicit that the authoritative rules (and their legal review), connectors to their real systems, validation, and StateRAMP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framed honestly as assist, not replacement. Emphasize consistency (which reduces disparate-treatment risk), audit-readiness for hearings, and keeping caseworkers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path. The pilot is synthetic-data, in-their-account, reversible — an easy yes for a security- and privacy-conscious agency.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BENEFITS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Eligibility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eligibility determinations under strict governance — fail-closed on PII, tamper-proof by design, and never able to adjudicate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0428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Caseloads rise. Every intake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keep coming, intake is largely manual, and the processing clocks don't wait — SNAP expedited service is 7 days. AI could take the assembly load off caseworkers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clocks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application counts against fixed expedited (7-day) and standard (30-day)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caseworkers spend time on extraction, screening,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handling, due-process notice, and the caseworker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application, de-identifies it, runs a transparent eligibility check, drafts the determination notice, and prepares it for review. Then it stops. A qualified caseworker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eligibility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 without controls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determination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intake, caseworker-in-command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determination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caseworkers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hearing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caseworker approves with a bound, single-use token before any determination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800-53 AC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caseworker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StateRAMP · IA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is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caseworkers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28/28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/ 30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clocks 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 caseworker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 determination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caseworker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eligibility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caseworker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benefits system of record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program rules (legal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appeal rights, fair hearing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StateRAMP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program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caseworkers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intake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 and disparate treatment.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fair hearing or a StateRAMP assessment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applications in your AWS environment, prove the controls with your compliance and privacy teams, then scope what a validated, StateRAMP-authorized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program, privacy, and security teams through the architecture and the live 28-check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applications;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rules, connectors, and StateRAMP / ATO a production deployment for your program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an auditor — and a hearing officer.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Benefits Eligibility</dc:title>
  <dc:subject>PptxGenJS Presentation</dc:subject>
  <dc:creator>Benefits AgentCore Accelerator</dc:creator>
  <cp:lastModifiedBy>Benefits AgentCore Accelerator</cp:lastModifiedBy>
  <cp:revision>1</cp:revision>
  <dcterms:created xsi:type="dcterms:W3CDTF">2026-07-17T16:18:27Z</dcterms:created>
  <dcterms:modified xsi:type="dcterms:W3CDTF">2026-07-17T16:18:27Z</dcterms:modified>
</cp:coreProperties>
</file>