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proof of the pattern: the same governed chassis that runs pharmacovigilance now runs public-benefits eligibility, produced from a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benefits adjudication.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caseworker commits, the agent never self-adjudicates.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PV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21 checks in ENFORCE mode, and tears down with zero residual. Four more checks than PV because there are two mask-before forbids and a distinct rules-engine assertion.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public-sector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government buyers trust the rest. We own the pattern and the proof; they own certification, connectors, and the authoritative program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an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Public-Benefits Adjudication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public-benefits eligibility accelerator running natively on Amazon Bedrock AgentCore — identity-bound, deny-by-default with Cedar, and proven end-to-end on AWS. Built from the same template as the pharmacovigilance agent.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Agencies want agentic AI for benefits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fair hearing and an audit”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PII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addresses, and tax-derived income flow through the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legal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triggers due-process notice and appeal rights.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Goldberg v. Kelly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a benefit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agency's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caseworker)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eligibility: adjudicating a SNAP / Medicaid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eligibility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Social Security Act, program rules, and constitutional due process, a qualified caseworker makes and commits the eligibility determination.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agency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caseworker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21 / 21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caseworker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eligibility + processing-clock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determination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caseworker's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caseworker authenticates with Cognito; that same identity flows to the Gateway, so Cedar evaluates the real person. The agent inherits the caseworker's least-privilege — it can do nothing the caseworker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eligibility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caseworker,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Fair-hearing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public-sector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local government has strict privacy, due-process, and StateRAMP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government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caseworker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benefits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program rules &amp; thresholds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fair-hearing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StateRAMP /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21-check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agency,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Public Benefits</dc:title>
  <dc:subject>PptxGenJS Presentation</dc:subject>
  <dc:creator>Benefits AgentCore Accelerator</dc:creator>
  <cp:lastModifiedBy>Benefits AgentCore Accelerator</cp:lastModifiedBy>
  <cp:revision>1</cp:revision>
  <dcterms:created xsi:type="dcterms:W3CDTF">2026-07-17T02:26:31Z</dcterms:created>
  <dcterms:modified xsi:type="dcterms:W3CDTF">2026-07-17T02:26:31Z</dcterms:modified>
</cp:coreProperties>
</file>