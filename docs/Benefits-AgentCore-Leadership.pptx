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proof of the pattern: the same governed chassis that runs pharmacovigilance now runs public-benefits eligibility, produced from a reusable template.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benefits adjudication.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 The strategic implication is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strategic message. 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 caseworker commits, the agent never self-adjudicates. Keep returning to this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map. Green NATIVE (6) = AgentCore services. Amber BUILD (3) = the regulated last mile. Identical structure to the PV agent —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down the left column, then the right. 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credibility slide. A reproducible, one-command demo stands the stack up, proves 28 checks in ENFORCE mode, and tears down with zero residual. Four more checks than PV because there are two mask-before forbids and a distinct rules-engine assertion.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Max-native on AgentCore: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an auditor's — and a hearing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technical work back to AWS strategy: it wins regulated public-sector deals, it's reusable (now proven twice), it's low-risk, and it's credible because it's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oversell. This slide is what makes government buyers trust the rest. We own the pattern and the proof; they own certification, connectors, and the authoritative program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strategic multiplier: one pattern, four verticals, two proven. The ask is a three-step path from internal demo to a scoped, synthetic-data pilot with an agency.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STATE &amp; LOCAL GOVERNMENT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Public-Benefits Adjudication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public-benefits eligibility accelerator running natively on Amazon Bedrock AgentCore — identity-bound, deny-by-default with Cedar, and proven end-to-end on AWS. Built from the same template as the pharmacovigilance agent.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28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a reusable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Agencies want agentic AI for benefits intake.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applicant PII and issues eligibility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adjudicating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fair hearing and an audit”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sensitive PII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addresses, and tax-derived income flow through the case.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Pub 1075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legal effect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notice triggers due-process notice and appeal rights.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process · Goldberg v. Kelly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grants or denies a benefit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agency's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caseworker)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caseworker,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eligibility: adjudicating a SNAP / Medicaid application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eligibility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processing clock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 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Social Security Act, program rules, and constitutional due process, a qualified caseworker makes and commits the eligibility determination.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agency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due-process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application;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caseworker approves. Only then does finalize_determination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28 / 28 governance checks, live on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28/28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native on AgentCore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controls built &amp; proven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caseworker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— un-masked notice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(Comprehend, fail-closed): name + SSN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eligibility + processing-clock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determination notice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caseworker's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caseworker authenticates with Cognito; that same identity flows to the Gateway, so Cedar evaluates the real person. The agent inherits the caseworker's least-privilege — it can do nothing the caseworker isn't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Caseworker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mask PII → assess eligibility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audit-passing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Pub 1075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process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is never an inline tool call. A Step Functions gate pauses for a different qualified caseworker,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Fair-hearing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public-sector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local government has strict privacy, due-process, and StateRAMP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twice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both the pharmacovigilance and benefits agents from one template — swap domain logic, fixtures, and one masking primitive.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government buyers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eligibility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AGENCY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caseworker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validation to the benefits system of record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program rules &amp; thresholds (legal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appeal rights, fair-hearing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StateRAMP / ATO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shipped here are illustrative federal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four regulated verticals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heroes now run on the same governed chassis — identity, Cedar, Gateway, Runtime, and the three last-mile controls — produced from one reusable template. The remaining verticals are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Payer / Provider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28-check proof.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SLG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applications with a named agency,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Public Benefits</dc:title>
  <dc:subject>PptxGenJS Presentation</dc:subject>
  <dc:creator>Benefits AgentCore Accelerator</dc:creator>
  <cp:lastModifiedBy>Benefits AgentCore Accelerator</cp:lastModifiedBy>
  <cp:revision>1</cp:revision>
  <dcterms:created xsi:type="dcterms:W3CDTF">2026-07-17T16:18:26Z</dcterms:created>
  <dcterms:modified xsi:type="dcterms:W3CDTF">2026-07-17T16:18:26Z</dcterms:modified>
</cp:coreProperties>
</file>